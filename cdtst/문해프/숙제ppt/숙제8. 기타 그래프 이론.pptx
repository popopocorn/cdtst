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1"/>
  </p:notesMasterIdLst>
  <p:sldIdLst>
    <p:sldId id="258" r:id="rId2"/>
    <p:sldId id="269" r:id="rId3"/>
    <p:sldId id="335" r:id="rId4"/>
    <p:sldId id="259" r:id="rId5"/>
    <p:sldId id="339" r:id="rId6"/>
    <p:sldId id="341" r:id="rId7"/>
    <p:sldId id="345" r:id="rId8"/>
    <p:sldId id="342" r:id="rId9"/>
    <p:sldId id="343" r:id="rId1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60"/>
  </p:normalViewPr>
  <p:slideViewPr>
    <p:cSldViewPr>
      <p:cViewPr varScale="1">
        <p:scale>
          <a:sx n="87" d="100"/>
          <a:sy n="87" d="100"/>
        </p:scale>
        <p:origin x="60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A431-2035-7ED7-C62F-1DC8F303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3C1B6-21C7-2EDF-6AB2-2315B8C18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3B87E5-073B-582A-EE31-BCFAB2D45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7A824-DA6C-02E6-334D-9472DB415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761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8. </a:t>
            </a:r>
            <a:r>
              <a:rPr lang="ko-KR" altLang="en-US" b="1" dirty="0">
                <a:solidFill>
                  <a:srgbClr val="0000FF"/>
                </a:solidFill>
              </a:rPr>
              <a:t>기타 그래프 이론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(Union-Find</a:t>
            </a:r>
            <a:r>
              <a:rPr lang="ko-KR" altLang="en-US" b="1" dirty="0">
                <a:solidFill>
                  <a:srgbClr val="0000FF"/>
                </a:solidFill>
              </a:rPr>
              <a:t> 자료구조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최소신장트리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위상정렬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도시분할계획 </a:t>
            </a:r>
            <a:r>
              <a:rPr lang="en-US" altLang="ko-KR" sz="2400" dirty="0"/>
              <a:t>(</a:t>
            </a:r>
            <a:r>
              <a:rPr lang="ko-KR" altLang="en-US" sz="2400" dirty="0"/>
              <a:t>백준</a:t>
            </a:r>
            <a:r>
              <a:rPr lang="en-US" altLang="ko-KR" sz="2400" dirty="0"/>
              <a:t>, Union-Find</a:t>
            </a:r>
            <a:r>
              <a:rPr lang="ko-KR" altLang="en-US" sz="2400" dirty="0"/>
              <a:t>자료구조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최소신장트리</a:t>
            </a:r>
            <a:r>
              <a:rPr lang="en-US" altLang="ko-KR" sz="2400" dirty="0"/>
              <a:t>)</a:t>
            </a:r>
            <a:br>
              <a:rPr lang="en-US" altLang="ko-KR" sz="2400" dirty="0"/>
            </a:br>
            <a:r>
              <a:rPr lang="en-US" altLang="ko-KR" sz="2400" dirty="0"/>
              <a:t>https://www.acmicpc.net/problem/1647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마을은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집과 그 집들을 연결하는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길로 이루어져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 길마다 길을 유지하는데 드는 유지비가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임의의 두 집 사이에 경로가 항상 존재한다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마을을 두 개의 분리된 마을로 분할하려고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조건을 만족하도록 길들을 모두 없애고 나머지 길의 유지비의 합을 최소로 하고 싶다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solidFill>
                  <a:srgbClr val="0000FF"/>
                </a:solidFill>
              </a:rPr>
              <a:t>사이클을 형성하지 않는 최소 신장 트리에서 최대 비용 간선 하나를 제거하면 </a:t>
            </a:r>
            <a:r>
              <a:rPr lang="en-US" altLang="ko-KR" sz="2000" dirty="0">
                <a:solidFill>
                  <a:srgbClr val="0000FF"/>
                </a:solidFill>
              </a:rPr>
              <a:t>2</a:t>
            </a:r>
            <a:r>
              <a:rPr lang="ko-KR" altLang="en-US" sz="2000" dirty="0">
                <a:solidFill>
                  <a:srgbClr val="0000FF"/>
                </a:solidFill>
              </a:rPr>
              <a:t>마을이 된다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/>
              <a:t>선수과목</a:t>
            </a:r>
            <a:r>
              <a:rPr lang="en-US" altLang="ko-KR" sz="2800" dirty="0"/>
              <a:t>(</a:t>
            </a:r>
            <a:r>
              <a:rPr lang="ko-KR" altLang="en-US" sz="2800" dirty="0"/>
              <a:t>백준</a:t>
            </a:r>
            <a:r>
              <a:rPr lang="en-US" altLang="ko-KR" sz="2800" dirty="0"/>
              <a:t>, DAG </a:t>
            </a:r>
            <a:r>
              <a:rPr lang="ko-KR" altLang="en-US" sz="2800" dirty="0" err="1"/>
              <a:t>위상정렬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https://www.acmicpc.net/problem/14567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첫 번째 줄에 과목의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N(1 ≤ N ≤ 1000)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선수 조건의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M(0 ≤ M ≤ 500000)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선수과목 조건은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개의 줄에 걸쳐 한 줄에 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 B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형태로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A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과목의 선수과목이다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A &lt; 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인 입력만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(1 ≤ A &lt; B ≤ N)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과목부터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과목까지 차례대로 최소 몇 학기에 이수할 수 있는지를 한 줄에 공백으로 구분하여 출력한다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위상정렬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알고리즘 수행하면서 처음 </a:t>
            </a:r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진입차수가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인 과목은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학기에 수강함</a:t>
            </a:r>
            <a:endParaRPr lang="en-US" altLang="ko-KR" sz="1800" b="0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새롭게 </a:t>
            </a:r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진입차수가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이 된 과목은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now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과목 수강학기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+ 1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에 수강</a:t>
            </a:r>
          </a:p>
          <a:p>
            <a:pPr algn="just"/>
            <a:endParaRPr lang="ko-KR" altLang="en-US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ADF436-68FC-63AF-4F61-67E7A416F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0" y="4221088"/>
            <a:ext cx="6732240" cy="23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B38D-BADF-4D67-DA0B-2B937EC8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F553-E326-0AC7-F5D2-5582DC6D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작업 </a:t>
            </a:r>
            <a:r>
              <a:rPr lang="en-US" altLang="ko-KR" sz="2800" dirty="0"/>
              <a:t>(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위상정렬</a:t>
            </a:r>
            <a:r>
              <a:rPr lang="en-US" altLang="ko-KR" sz="2800" dirty="0"/>
              <a:t>, DP)</a:t>
            </a:r>
            <a:br>
              <a:rPr lang="en-US" altLang="ko-KR" sz="2800" dirty="0"/>
            </a:br>
            <a:r>
              <a:rPr lang="en-US" altLang="ko-KR" sz="2800" dirty="0"/>
              <a:t>https://www.acmicpc.net/problem/2056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27ADE0-5112-4515-A7E9-0E9634BC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FFB81C-ABC9-33ED-B61B-DFB8988D3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(3 ≤ N ≤ 10000)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각각의 작업마다 걸리는 시간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시간 ≤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정수로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작업에 대해 선행 관계에 있는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작업을 시작하기 전에 반드시 먼저 완료되어야 하는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작업들의 번호는 모두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(K-1)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이하이다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작업들 중에는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그것에 대해 선행 관계에 있는 작업이 하나도 없는 작업이 반드시 하나 이상 존재한다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작업이 항상 그러하다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모든 작업을 완료하기 위해 필요한 최소 시간을 구하여라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물론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선행 관계가 없는 작업들은 동시에 수행 가능하다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다이나믹 프로그래밍 </a:t>
            </a:r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 =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작업의 수행시간</a:t>
            </a:r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점화식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 = max(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],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[now]+T[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]) 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각 작업의 수행 시간</a:t>
            </a:r>
            <a:endParaRPr lang="ko-KR" altLang="en-US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0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개인정보수집유효기간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 </a:t>
            </a:r>
            <a:r>
              <a:rPr lang="en-US" altLang="ko-KR" sz="2000" dirty="0"/>
              <a:t>https://school.programmers.co.kr/learn/courses/30/lessons/150370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오늘 날짜를 의미하는 문자열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today,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약관의 유효기간을 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문자열 배열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terms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수집된 개인정보의 정보를 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문자열 배열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privacies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주어집니다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이때 파기해야 할 개인정보의 번호를 오름차순으로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정수 배열에 담아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완성해 주세요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2000 ≤ YYYY ≤ 2022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≤ MM ≤ 12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≤ DD ≤ 28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1A8AD8-BAEF-98DF-9728-F40C150AC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284983"/>
            <a:ext cx="6590192" cy="30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신규 아이디어 추천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https://school.programmers.co.kr/learn/courses/30/lessons/72410</a:t>
            </a:r>
            <a:br>
              <a:rPr lang="en-US" altLang="ko-KR" sz="28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1FCD0-6DD4-9CA7-B754-4B5A8AD1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2776"/>
            <a:ext cx="8640960" cy="4713387"/>
          </a:xfrm>
        </p:spPr>
        <p:txBody>
          <a:bodyPr/>
          <a:lstStyle/>
          <a:p>
            <a:r>
              <a:rPr lang="en-US" altLang="ko-KR" sz="2000" b="1" dirty="0">
                <a:solidFill>
                  <a:srgbClr val="0000FF"/>
                </a:solidFill>
              </a:rPr>
              <a:t>1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모든 대문자를 대응되는 소문자로 치환합니다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2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알파벳 소문자</a:t>
            </a:r>
            <a:r>
              <a:rPr lang="en-US" altLang="ko-KR" sz="2000" dirty="0"/>
              <a:t>, </a:t>
            </a:r>
            <a:r>
              <a:rPr lang="ko-KR" altLang="en-US" sz="2000" dirty="0"/>
              <a:t>숫자</a:t>
            </a:r>
            <a:r>
              <a:rPr lang="en-US" altLang="ko-KR" sz="2000" dirty="0"/>
              <a:t>, </a:t>
            </a:r>
            <a:r>
              <a:rPr lang="ko-KR" altLang="en-US" sz="2000" dirty="0"/>
              <a:t>빼기</a:t>
            </a:r>
            <a:r>
              <a:rPr lang="en-US" altLang="ko-KR" sz="2000" dirty="0"/>
              <a:t>(-), </a:t>
            </a:r>
            <a:r>
              <a:rPr lang="ko-KR" altLang="en-US" sz="2000" dirty="0"/>
              <a:t>밑줄</a:t>
            </a:r>
            <a:r>
              <a:rPr lang="en-US" altLang="ko-KR" sz="2000" dirty="0"/>
              <a:t>(_), </a:t>
            </a:r>
            <a:r>
              <a:rPr lang="ko-KR" altLang="en-US" sz="2000" dirty="0"/>
              <a:t>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를 제외한 모든 문자를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3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</a:t>
            </a:r>
            <a:r>
              <a:rPr lang="en-US" altLang="ko-KR" sz="2000" dirty="0"/>
              <a:t>2</a:t>
            </a:r>
            <a:r>
              <a:rPr lang="ko-KR" altLang="en-US" sz="2000" dirty="0"/>
              <a:t>번 이상 연속된 부분을 하나의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로 치환합니다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4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처음이나 끝에 위치한다면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5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가 빈 문자열이라면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 </a:t>
            </a:r>
            <a:r>
              <a:rPr lang="en-US" altLang="ko-KR" sz="2000" dirty="0"/>
              <a:t>"a"</a:t>
            </a:r>
            <a:r>
              <a:rPr lang="ko-KR" altLang="en-US" sz="2000" dirty="0"/>
              <a:t>를 대입합니다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6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16</a:t>
            </a:r>
            <a:r>
              <a:rPr lang="ko-KR" altLang="en-US" sz="2000" dirty="0"/>
              <a:t>자 이상이면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첫 </a:t>
            </a:r>
            <a:r>
              <a:rPr lang="en-US" altLang="ko-KR" sz="2000" dirty="0"/>
              <a:t>15</a:t>
            </a:r>
            <a:r>
              <a:rPr lang="ko-KR" altLang="en-US" sz="2000" dirty="0"/>
              <a:t>개의 문자를 제외한 나머지 문자들을 모두 제거합니다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만약 제거 후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끝에 위치한다면 끝에 위치한 마침표</a:t>
            </a:r>
            <a:r>
              <a:rPr lang="en-US" altLang="ko-KR" sz="2000" dirty="0"/>
              <a:t>(.) </a:t>
            </a:r>
            <a:r>
              <a:rPr lang="ko-KR" altLang="en-US" sz="2000" dirty="0"/>
              <a:t>문자를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7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2</a:t>
            </a:r>
            <a:r>
              <a:rPr lang="ko-KR" altLang="en-US" sz="2000" dirty="0"/>
              <a:t>자 이하라면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마지막 문자를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3</a:t>
            </a:r>
            <a:r>
              <a:rPr lang="ko-KR" altLang="en-US" sz="2000" dirty="0"/>
              <a:t>이 될 때까지 반복해서 끝에 붙입니다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4722</TotalTime>
  <Words>763</Words>
  <Application>Microsoft Office PowerPoint</Application>
  <PresentationFormat>화면 슬라이드 쇼(4:3)</PresentationFormat>
  <Paragraphs>64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맑은 고딕</vt:lpstr>
      <vt:lpstr>맑은 고딕</vt:lpstr>
      <vt:lpstr>Arial</vt:lpstr>
      <vt:lpstr>Open Sans</vt:lpstr>
      <vt:lpstr>Office 테마</vt:lpstr>
      <vt:lpstr>숙제8. 기타 그래프 이론 (Union-Find 자료구조, 최소신장트리, 위상정렬) </vt:lpstr>
      <vt:lpstr>백준 온라인저지  https://www.acmicpc.net/</vt:lpstr>
      <vt:lpstr>TUKorea 온라인저지  http://210.93.60.51/</vt:lpstr>
      <vt:lpstr>Programmers https://school.programmers.co.kr/</vt:lpstr>
      <vt:lpstr>1. 도시분할계획 (백준, Union-Find자료구조, 최소신장트리) https://www.acmicpc.net/problem/1647</vt:lpstr>
      <vt:lpstr>2. 선수과목(백준, DAG 위상정렬) https://www.acmicpc.net/problem/14567</vt:lpstr>
      <vt:lpstr>3. 작업 (백준, 위상정렬, DP) https://www.acmicpc.net/problem/2056</vt:lpstr>
      <vt:lpstr>4. 개인정보수집유효기간 (Programmers, 구현)  https://school.programmers.co.kr/learn/courses/30/lessons/150370</vt:lpstr>
      <vt:lpstr>5. 신규 아이디어 추천(Programmers, 구현)  https://school.programmers.co.kr/learn/courses/30/lessons/72410 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275</cp:revision>
  <cp:lastPrinted>2023-07-23T09:30:34Z</cp:lastPrinted>
  <dcterms:created xsi:type="dcterms:W3CDTF">2008-03-02T04:39:19Z</dcterms:created>
  <dcterms:modified xsi:type="dcterms:W3CDTF">2026-03-01T02:41:38Z</dcterms:modified>
</cp:coreProperties>
</file>